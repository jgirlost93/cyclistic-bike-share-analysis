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6aa43047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6aa43047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6aa43047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6aa43047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6aa43047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6aa43047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6aa43047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6aa43047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6aa43047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6aa43047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6aa43047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6aa43047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6aa43047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6aa43047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6aa43047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6aa43047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6aa43047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6aa43047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ivvy-tripdata.s3.amazonaws.com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Cyclistic Bike-Share Analysis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Jennifer Osterman</a:t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Cyclistic Case Study | Data Analysis Project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Business Problem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Cyclistic aims to increase annual memberships by converting casual riders into members.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analysis explores behavioral differences between rider types to inform targeted marketing strategies.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Overview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Data sourced from Divvy bike-share system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Time period: Q1 2019 and Q1 2020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Over 700,000 ride records analyzed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Key variables: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Rider type (casual vs member)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Ride length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Day of week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Average Ride Length by Rider Type</a:t>
            </a:r>
            <a:endParaRPr b="1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6404750" y="1152475"/>
            <a:ext cx="242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Casual riders take significantly longer rides than members.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On average:</a:t>
            </a:r>
            <a:endParaRPr/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Casual riders: ~90 minutes</a:t>
            </a:r>
            <a:endParaRPr/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Members: ~13 minutes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suggests casual riders primarily use bikes for leisure, while members use them for shorter, routine trips.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Casual rides are nearly 7x longer than member rides.</a:t>
            </a:r>
            <a:endParaRPr b="1"/>
          </a:p>
        </p:txBody>
      </p:sp>
      <p:pic>
        <p:nvPicPr>
          <p:cNvPr id="74" name="Google Shape;74;p16" title="Average Ride Length by Rider Type (Minutes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52475"/>
            <a:ext cx="6029325" cy="35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Number of Rides by Day of Week</a:t>
            </a:r>
            <a:endParaRPr b="1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4187725"/>
            <a:ext cx="7709100" cy="8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Members ride significantly more frequently, especially on weekdays, indicating consistent commuting behavior.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Casual riders show increased activity on weekends, indicating more recreational usage patterns.</a:t>
            </a:r>
            <a:endParaRPr/>
          </a:p>
        </p:txBody>
      </p:sp>
      <p:pic>
        <p:nvPicPr>
          <p:cNvPr id="81" name="Google Shape;81;p17" title="Number of Rides by Day of Week and Rider Typ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01525"/>
            <a:ext cx="7374675" cy="304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Average Ride Length by Day of Week</a:t>
            </a:r>
            <a:endParaRPr b="1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6550575" y="1152475"/>
            <a:ext cx="228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Casual riders consistently take longer rides across all days of the week.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noticeable spike in ride length occurs on Thursday, which may be influenced by unusually long rides or outliers.</a:t>
            </a:r>
            <a:endParaRPr/>
          </a:p>
        </p:txBody>
      </p:sp>
      <p:pic>
        <p:nvPicPr>
          <p:cNvPr id="88" name="Google Shape;88;p18" title="Average Ride Length by Day of Week (Minutes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6238875" cy="35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Insights</a:t>
            </a:r>
            <a:endParaRPr b="1"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Casual riders take </a:t>
            </a:r>
            <a:r>
              <a:rPr b="1" lang="en"/>
              <a:t>longer, less frequent rides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Members take </a:t>
            </a:r>
            <a:r>
              <a:rPr b="1" lang="en"/>
              <a:t>shorter, more frequent rides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Casual riders are </a:t>
            </a:r>
            <a:r>
              <a:rPr b="1" lang="en"/>
              <a:t>more active on weekends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Members show </a:t>
            </a:r>
            <a:r>
              <a:rPr b="1" lang="en"/>
              <a:t>consistent weekday usage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Recommendations</a:t>
            </a:r>
            <a:endParaRPr b="1"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Offer </a:t>
            </a:r>
            <a:r>
              <a:rPr b="1" lang="en"/>
              <a:t>weekend promotions</a:t>
            </a:r>
            <a:r>
              <a:rPr lang="en"/>
              <a:t> to attract casual riders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Introduce </a:t>
            </a:r>
            <a:r>
              <a:rPr b="1" lang="en"/>
              <a:t>trial memberships</a:t>
            </a:r>
            <a:r>
              <a:rPr lang="en"/>
              <a:t> to encourage conversion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Develop marketing campaigns targeting </a:t>
            </a:r>
            <a:r>
              <a:rPr b="1" lang="en"/>
              <a:t>leisure riders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Focus efforts in </a:t>
            </a:r>
            <a:r>
              <a:rPr b="1" lang="en"/>
              <a:t>high-traffic and tourist-heavy areas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Conclusion</a:t>
            </a:r>
            <a:endParaRPr b="1"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By understanding how casual riders differ from members, Cyclistic can implement targeted strategies to increase membership conversions.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These insights provide Cyclistic with a data-driven foundation to improve customer conversion and long-term retention.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Source</a:t>
            </a:r>
            <a:endParaRPr b="1"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Divvy Bike Share Dataset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Provided by Motivate International Inc.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https://divvy-tripdata.s3.amazonaws.com/index.html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analysis was completed as part of the Google Data Analytics Certificate.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/>
              <a:t>Data has been cleaned and transformed for analysis.</a:t>
            </a:r>
            <a:endParaRPr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